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48"/>
  </p:normalViewPr>
  <p:slideViewPr>
    <p:cSldViewPr snapToGrid="0" snapToObjects="1">
      <p:cViewPr varScale="1">
        <p:scale>
          <a:sx n="90" d="100"/>
          <a:sy n="90" d="100"/>
        </p:scale>
        <p:origin x="232" y="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B7744-A1BD-B54C-8055-C6D2C0FB3C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040DB2-1122-D444-A204-B60DF8FCCA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939A80-3DBC-8143-9CAC-4F45B7649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6B10D-0C63-4246-8458-3B1752B4C5D8}" type="datetimeFigureOut">
              <a:rPr lang="en-KR" smtClean="0"/>
              <a:t>2021/07/29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F708B-80F8-1841-A333-24EB00348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A41972-0576-AB40-9B3E-F6EAA689B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22425-79BC-694D-B512-BE4D2F1569DA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609463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6CF7B-1B58-4B44-A7A1-32BC036C9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1FACB1-C34B-AC4E-9FB3-799E729769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9BCE2C-089A-554E-B975-720418495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6B10D-0C63-4246-8458-3B1752B4C5D8}" type="datetimeFigureOut">
              <a:rPr lang="en-KR" smtClean="0"/>
              <a:t>2021/07/29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888251-6626-764E-B106-F8A52CF97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4F247C-7E39-B94F-9B34-2EDBAF0BB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22425-79BC-694D-B512-BE4D2F1569DA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415419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45192-A277-204F-A82A-18B4E7C15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44DBB2-339D-FD45-A167-011B55E303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2B065C-9345-834E-8E16-3149C1365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6B10D-0C63-4246-8458-3B1752B4C5D8}" type="datetimeFigureOut">
              <a:rPr lang="en-KR" smtClean="0"/>
              <a:t>2021/07/29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DEC2F-0F68-F240-AFA8-D88735FD5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C03887-FC66-1341-90C1-1E70E9D1F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22425-79BC-694D-B512-BE4D2F1569DA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646254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65D5D-5699-8A40-AB0F-A35D6DA48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80E3E4-6664-8E47-8C63-90F138530E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58C2D3-202E-C84E-9C7D-443D4EBCA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BAE744-5C5B-8944-9671-834DD9BCF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6B10D-0C63-4246-8458-3B1752B4C5D8}" type="datetimeFigureOut">
              <a:rPr lang="en-KR" smtClean="0"/>
              <a:t>2021/07/29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E00674-6D0A-1443-8367-AFBF85DBB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4BA26D-391E-2E43-8DA7-1CBDCC216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22425-79BC-694D-B512-BE4D2F1569DA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033199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B8514-C131-4343-B9B3-7417DBB8A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F8B8FD-B3BD-A741-AEA2-A033C8A652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EA1B51-5DED-CD41-B6FA-78B4891AAC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7DE7C1-A317-DE4F-86BD-D55E0177F2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AFED12-7780-C445-A7BB-D71F9E2627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E29A89-4FDF-454B-B586-703D44601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6B10D-0C63-4246-8458-3B1752B4C5D8}" type="datetimeFigureOut">
              <a:rPr lang="en-KR" smtClean="0"/>
              <a:t>2021/07/29</a:t>
            </a:fld>
            <a:endParaRPr lang="en-K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BD4297-BEB5-F44F-946E-D0C8CA17C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A798B8-36D1-9C47-B527-64E6123E5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22425-79BC-694D-B512-BE4D2F1569DA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736701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AA214-B4AC-4B43-90CC-9CAEDCA24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F516D0-98C3-0B4B-89A4-D3E719FE4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6B10D-0C63-4246-8458-3B1752B4C5D8}" type="datetimeFigureOut">
              <a:rPr lang="en-KR" smtClean="0"/>
              <a:t>2021/07/29</a:t>
            </a:fld>
            <a:endParaRPr lang="en-K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7E661F-C09C-C84F-A576-2A08DDC4E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E9E200-BD19-BD47-87AF-D3BC126F0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22425-79BC-694D-B512-BE4D2F1569DA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509936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DCD4AB-ECA6-6347-9754-5C463EA0B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6B10D-0C63-4246-8458-3B1752B4C5D8}" type="datetimeFigureOut">
              <a:rPr lang="en-KR" smtClean="0"/>
              <a:t>2021/07/29</a:t>
            </a:fld>
            <a:endParaRPr lang="en-K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16A87E-2632-B149-9901-00530C749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6770C5-76F7-3E48-8DE7-8CF92F13C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22425-79BC-694D-B512-BE4D2F1569DA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982149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53EA6-1214-2E45-9201-6F0C7EEDE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2C8FAA-813A-DE46-B7B9-4163D104B9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C1D2EC-4373-A24E-8619-13E28F3D4A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D18D0D-C0B4-9546-9487-8F70F194A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6B10D-0C63-4246-8458-3B1752B4C5D8}" type="datetimeFigureOut">
              <a:rPr lang="en-KR" smtClean="0"/>
              <a:t>2021/07/29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E6B152-389D-8E45-A2AF-FBA776D35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D4EEC3-D5AB-B44D-895D-8FEBF40FB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22425-79BC-694D-B512-BE4D2F1569DA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887798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2BDC4-7678-6142-9784-9B55A8721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A5180A-58AA-864F-8EEC-671135CCAC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07E4CE-378F-FE4D-9C8C-E69F8E3A01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77B817-A2DF-AA4D-9742-A027319BB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6B10D-0C63-4246-8458-3B1752B4C5D8}" type="datetimeFigureOut">
              <a:rPr lang="en-KR" smtClean="0"/>
              <a:t>2021/07/29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192ACF-8B3D-A242-8775-B27A069AA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05E961-AD70-BB49-83BC-0CE333F2A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22425-79BC-694D-B512-BE4D2F1569DA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1889442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39F06-B87A-404D-BB35-87BCD362E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89F425-81FD-8C4E-9860-079123DA97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97083E-7AC2-8143-B6F9-2654F8B11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6B10D-0C63-4246-8458-3B1752B4C5D8}" type="datetimeFigureOut">
              <a:rPr lang="en-KR" smtClean="0"/>
              <a:t>2021/07/29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418152-2371-534E-8ED7-B6075728B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2A9F1F-BFE3-E147-8ACD-19E62EF4D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22425-79BC-694D-B512-BE4D2F1569DA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911148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92E2A7-4AE8-1C44-8CB3-15A44656C5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AC768C-E49B-914E-A6FC-CB2ABDA463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29E1CC-BB3A-3344-ABBE-A4C0A736C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6B10D-0C63-4246-8458-3B1752B4C5D8}" type="datetimeFigureOut">
              <a:rPr lang="en-KR" smtClean="0"/>
              <a:t>2021/07/29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0BD8A7-280C-7747-9DB4-9AE05B752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710E1A-C36D-6648-B192-4E9D9E490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22425-79BC-694D-B512-BE4D2F1569DA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277886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98A8A7-02BD-BA49-AF66-95C288ED8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A1983C-12CA-2241-9BA6-92CE288B9F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7B557E-4794-824E-B75E-4B63981206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B6B10D-0C63-4246-8458-3B1752B4C5D8}" type="datetimeFigureOut">
              <a:rPr lang="en-KR" smtClean="0"/>
              <a:t>2021/07/29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DA087B-4E11-6244-8059-0060B804C5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C3ABAC-6FC7-3A42-8860-4435AFAD7F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22425-79BC-694D-B512-BE4D2F1569DA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628472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C39007-8948-6E45-8762-CD0953BFD4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1388" y="3237142"/>
            <a:ext cx="5174751" cy="2904786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6F0724BD-FF7C-4F4E-A75D-B556FF94FE0F}"/>
              </a:ext>
            </a:extLst>
          </p:cNvPr>
          <p:cNvGrpSpPr/>
          <p:nvPr/>
        </p:nvGrpSpPr>
        <p:grpSpPr>
          <a:xfrm>
            <a:off x="2406661" y="345054"/>
            <a:ext cx="5715847" cy="4127500"/>
            <a:chOff x="2406661" y="345054"/>
            <a:chExt cx="5715847" cy="412750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73F2C1AB-A7A8-704B-9C06-C1144FC556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07508" y="345054"/>
              <a:ext cx="5715000" cy="4127500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E4ED8F6-42DE-E148-8EE3-AF447D8E00C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1552" b="1150"/>
            <a:stretch/>
          </p:blipFill>
          <p:spPr>
            <a:xfrm>
              <a:off x="2406661" y="803191"/>
              <a:ext cx="5715847" cy="3231238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D576881-7C6B-4C44-B0DB-E9143FDD41C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2517" r="2174"/>
            <a:stretch/>
          </p:blipFill>
          <p:spPr>
            <a:xfrm>
              <a:off x="2406661" y="803191"/>
              <a:ext cx="5715000" cy="32312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73985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8C323FE-4D1A-BB46-82DC-7FAB119099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8047" y="852653"/>
            <a:ext cx="5715000" cy="4127500"/>
          </a:xfrm>
          <a:prstGeom prst="rect">
            <a:avLst/>
          </a:prstGeom>
          <a:ln>
            <a:noFill/>
          </a:ln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693B92D5-8FEF-6D47-A300-D60855E4D23F}"/>
              </a:ext>
            </a:extLst>
          </p:cNvPr>
          <p:cNvGrpSpPr/>
          <p:nvPr/>
        </p:nvGrpSpPr>
        <p:grpSpPr>
          <a:xfrm>
            <a:off x="516077" y="567475"/>
            <a:ext cx="5715847" cy="4127500"/>
            <a:chOff x="516077" y="567475"/>
            <a:chExt cx="5715847" cy="4127500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4E983617-C566-1E4A-8ED1-D5A515650A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6924" y="567475"/>
              <a:ext cx="5715000" cy="412750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570EC970-D75F-FD4B-BBD1-945FDBEFDC0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1552" b="1150"/>
            <a:stretch/>
          </p:blipFill>
          <p:spPr>
            <a:xfrm>
              <a:off x="516077" y="1025612"/>
              <a:ext cx="5715847" cy="32312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27673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453EA50-61CA-104F-9C49-EC825652BD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5000" y="1771650"/>
            <a:ext cx="5842000" cy="331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2531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0</Words>
  <Application>Microsoft Macintosh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권 민아</dc:creator>
  <cp:lastModifiedBy>권 민아</cp:lastModifiedBy>
  <cp:revision>9</cp:revision>
  <dcterms:created xsi:type="dcterms:W3CDTF">2020-08-14T02:41:37Z</dcterms:created>
  <dcterms:modified xsi:type="dcterms:W3CDTF">2021-07-29T11:14:32Z</dcterms:modified>
</cp:coreProperties>
</file>