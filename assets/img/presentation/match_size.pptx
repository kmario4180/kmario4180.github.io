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9"/>
  </p:normalViewPr>
  <p:slideViewPr>
    <p:cSldViewPr snapToGrid="0" snapToObjects="1">
      <p:cViewPr varScale="1">
        <p:scale>
          <a:sx n="46" d="100"/>
          <a:sy n="46" d="100"/>
        </p:scale>
        <p:origin x="192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7744-A1BD-B54C-8055-C6D2C0FB3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40DB2-1122-D444-A204-B60DF8FCC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9A80-3DBC-8143-9CAC-4F45B764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708B-80F8-1841-A333-24EB0034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41972-0576-AB40-9B3E-F6EAA689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946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CF7B-1B58-4B44-A7A1-32BC036C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FACB1-C34B-AC4E-9FB3-799E7297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BCE2C-089A-554E-B975-72041849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51-6626-764E-B106-F8A52CF9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F247C-7E39-B94F-9B34-2EDBAF0B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154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5192-A277-204F-A82A-18B4E7C1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4DBB2-339D-FD45-A167-011B55E30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065C-9345-834E-8E16-3149C136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DEC2F-0F68-F240-AFA8-D88735FD5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3887-FC66-1341-90C1-1E70E9D1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4625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5D5D-5699-8A40-AB0F-A35D6DA4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0E3E4-6664-8E47-8C63-90F138530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8C2D3-202E-C84E-9C7D-443D4EBCA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AE744-5C5B-8944-9671-834DD9BCF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00674-6D0A-1443-8367-AFBF85DB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BA26D-391E-2E43-8DA7-1CBDCC21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3319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8514-C131-4343-B9B3-7417DBB8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8B8FD-B3BD-A741-AEA2-A033C8A65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A1B51-5DED-CD41-B6FA-78B4891AA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DE7C1-A317-DE4F-86BD-D55E0177F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FED12-7780-C445-A7BB-D71F9E262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29A89-4FDF-454B-B586-703D4460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D4297-BEB5-F44F-946E-D0C8CA17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798B8-36D1-9C47-B527-64E6123E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3670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A214-B4AC-4B43-90CC-9CAEDCA24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516D0-98C3-0B4B-89A4-D3E719FE4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E661F-C09C-C84F-A576-2A08DDC4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9E200-BD19-BD47-87AF-D3BC126F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993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CD4AB-ECA6-6347-9754-5C463EA0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6A87E-2632-B149-9901-00530C74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770C5-76F7-3E48-8DE7-8CF92F13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8214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3EA6-1214-2E45-9201-6F0C7EEDE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C8FAA-813A-DE46-B7B9-4163D104B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1D2EC-4373-A24E-8619-13E28F3D4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18D0D-C0B4-9546-9487-8F70F194A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6B152-389D-8E45-A2AF-FBA776D3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4EEC3-D5AB-B44D-895D-8FEBF40F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779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BDC4-7678-6142-9784-9B55A872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5180A-58AA-864F-8EEC-671135CC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7E4CE-378F-FE4D-9C8C-E69F8E3A0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7B817-A2DF-AA4D-9742-A027319B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92ACF-8B3D-A242-8775-B27A069A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5E961-AD70-BB49-83BC-0CE333F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8894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9F06-B87A-404D-BB35-87BCD362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9F425-81FD-8C4E-9860-079123DA9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7083E-7AC2-8143-B6F9-2654F8B1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8152-2371-534E-8ED7-B6075728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A9F1F-BFE3-E147-8ACD-19E62EF4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1114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2E2A7-4AE8-1C44-8CB3-15A44656C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C768C-E49B-914E-A6FC-CB2ABDA46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9E1CC-BB3A-3344-ABBE-A4C0A736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BD8A7-280C-7747-9DB4-9AE05B75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10E1A-C36D-6648-B192-4E9D9E49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7788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8A8A7-02BD-BA49-AF66-95C288ED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1983C-12CA-2241-9BA6-92CE288B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B557E-4794-824E-B75E-4B6398120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6B10D-0C63-4246-8458-3B1752B4C5D8}" type="datetimeFigureOut">
              <a:rPr lang="en-KR" smtClean="0"/>
              <a:t>2022/04/22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A087B-4E11-6244-8059-0060B804C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3ABAC-6FC7-3A42-8860-4435AFAD7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84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39007-8948-6E45-8762-CD0953BF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388" y="3237142"/>
            <a:ext cx="5174751" cy="290478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61A4C81-449C-AB4E-AE9F-0C761545683E}"/>
              </a:ext>
            </a:extLst>
          </p:cNvPr>
          <p:cNvGrpSpPr/>
          <p:nvPr/>
        </p:nvGrpSpPr>
        <p:grpSpPr>
          <a:xfrm>
            <a:off x="2406662" y="345054"/>
            <a:ext cx="5715846" cy="4127500"/>
            <a:chOff x="2406662" y="345054"/>
            <a:chExt cx="5715846" cy="41275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3F2C1AB-A7A8-704B-9C06-C1144FC55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7508" y="345054"/>
              <a:ext cx="5715000" cy="41275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103E7AC-DE53-4049-8FD1-AC526F420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06662" y="720634"/>
              <a:ext cx="5715000" cy="3195779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3B9CDB2-E4DA-DF8A-326D-C0F573828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5815" y="720634"/>
            <a:ext cx="5716391" cy="31957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AF404A-E5D6-3938-12EB-2243875831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42311"/>
            <a:ext cx="5715000" cy="319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8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C323FE-4D1A-BB46-82DC-7FAB1190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47" y="852653"/>
            <a:ext cx="5715000" cy="4127500"/>
          </a:xfrm>
          <a:prstGeom prst="rect">
            <a:avLst/>
          </a:prstGeom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93B92D5-8FEF-6D47-A300-D60855E4D23F}"/>
              </a:ext>
            </a:extLst>
          </p:cNvPr>
          <p:cNvGrpSpPr/>
          <p:nvPr/>
        </p:nvGrpSpPr>
        <p:grpSpPr>
          <a:xfrm>
            <a:off x="516077" y="567475"/>
            <a:ext cx="5715847" cy="4127500"/>
            <a:chOff x="516077" y="567475"/>
            <a:chExt cx="5715847" cy="41275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983617-C566-1E4A-8ED1-D5A515650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924" y="567475"/>
              <a:ext cx="5715000" cy="41275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70EC970-D75F-FD4B-BBD1-945FDBEFD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52" b="1150"/>
            <a:stretch/>
          </p:blipFill>
          <p:spPr>
            <a:xfrm>
              <a:off x="516077" y="1025612"/>
              <a:ext cx="5715847" cy="3231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767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53EA50-61CA-104F-9C49-EC825652B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771650"/>
            <a:ext cx="58420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53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권 민아</dc:creator>
  <cp:lastModifiedBy>권 민아</cp:lastModifiedBy>
  <cp:revision>12</cp:revision>
  <dcterms:created xsi:type="dcterms:W3CDTF">2020-08-14T02:41:37Z</dcterms:created>
  <dcterms:modified xsi:type="dcterms:W3CDTF">2022-04-22T14:39:32Z</dcterms:modified>
</cp:coreProperties>
</file>